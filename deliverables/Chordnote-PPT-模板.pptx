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45C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103120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221992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40864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459736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578608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8" name="Shape 6"/>
          <p:cNvSpPr/>
          <p:nvPr/>
        </p:nvSpPr>
        <p:spPr>
          <a:xfrm>
            <a:off x="8805672" y="2103120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9" name="Shape 7"/>
          <p:cNvSpPr/>
          <p:nvPr/>
        </p:nvSpPr>
        <p:spPr>
          <a:xfrm>
            <a:off x="8805672" y="2221992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672" y="2340864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1" name="Shape 9"/>
          <p:cNvSpPr/>
          <p:nvPr/>
        </p:nvSpPr>
        <p:spPr>
          <a:xfrm>
            <a:off x="8805672" y="2459736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805672" y="2578608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288036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Chordnote · 和弦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605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建议，用户决策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463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面向大学生的生长式 AI 知识系统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61264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E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校赛 · 2026    项目计划与产品概念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四个被忽视的学习痛点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0" y="685800"/>
            <a:ext cx="822960" cy="22860"/>
          </a:xfrm>
          <a:prstGeom prst="rect">
            <a:avLst/>
          </a:prstGeom>
          <a:solidFill>
            <a:srgbClr val="615745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768096"/>
            <a:ext cx="822960" cy="22860"/>
          </a:xfrm>
          <a:prstGeom prst="rect">
            <a:avLst/>
          </a:prstGeom>
          <a:solidFill>
            <a:srgbClr val="61574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850392"/>
            <a:ext cx="822960" cy="22860"/>
          </a:xfrm>
          <a:prstGeom prst="rect">
            <a:avLst/>
          </a:prstGeom>
          <a:solidFill>
            <a:srgbClr val="615745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932688"/>
            <a:ext cx="822960" cy="22860"/>
          </a:xfrm>
          <a:prstGeom prst="rect">
            <a:avLst/>
          </a:prstGeom>
          <a:solidFill>
            <a:srgbClr val="61574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014984"/>
            <a:ext cx="822960" cy="22860"/>
          </a:xfrm>
          <a:prstGeom prst="rect">
            <a:avLst/>
          </a:prstGeom>
          <a:solidFill>
            <a:srgbClr val="61574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17320"/>
            <a:ext cx="5349240" cy="2103120"/>
          </a:xfrm>
          <a:prstGeom prst="roundRect">
            <a:avLst>
              <a:gd name="adj" fmla="val 6087"/>
            </a:avLst>
          </a:prstGeom>
          <a:solidFill>
            <a:srgbClr val="F1E8D9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73736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945C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331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知识孤岛化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34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课堂、教材、习题散成碎片，概念之间的联系模糊，难以融会贯通。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5349240" cy="2103120"/>
          </a:xfrm>
          <a:prstGeom prst="roundRect">
            <a:avLst>
              <a:gd name="adj" fmla="val 6087"/>
            </a:avLst>
          </a:prstGeom>
          <a:solidFill>
            <a:srgbClr val="F1E8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73736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945C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31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整理负担沉重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834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手动打标签、建目录、做交叉引用，耗时耗力，往往半途而废。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5349240" cy="2103120"/>
          </a:xfrm>
          <a:prstGeom prst="roundRect">
            <a:avLst>
              <a:gd name="adj" fmla="val 6087"/>
            </a:avLst>
          </a:prstGeom>
          <a:solidFill>
            <a:srgbClr val="F1E8D9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11480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945C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114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709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无记忆、易幻觉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212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不懂你的学习脉络，输出难直接使用。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349240" cy="2103120"/>
          </a:xfrm>
          <a:prstGeom prst="roundRect">
            <a:avLst>
              <a:gd name="adj" fmla="val 6087"/>
            </a:avLst>
          </a:prstGeom>
          <a:solidFill>
            <a:srgbClr val="F1E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411480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945C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114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709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数据被平台锁定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212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笔记一旦进了某个工具，想带走或换工具都很难。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创意来源：从借鉴到独创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663440"/>
          </a:xfrm>
          <a:prstGeom prst="roundRect">
            <a:avLst>
              <a:gd name="adj" fmla="val 2745"/>
            </a:avLst>
          </a:prstGeom>
          <a:solidFill>
            <a:srgbClr val="F1E8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成为有纪律的知识维护者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双链、反链与网状知识图谱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349240" cy="4663440"/>
          </a:xfrm>
          <a:prstGeom prst="roundRect">
            <a:avLst>
              <a:gd name="adj" fmla="val 2745"/>
            </a:avLst>
          </a:prstGeom>
          <a:solidFill>
            <a:srgbClr val="F1E8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独创（规划中）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知识盲区地图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898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反复出错的知识点，在图谱上被放大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连接检验式复习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考的是「联系」，不是「记忆」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错题回流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5001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错题变成指向知识页的一条 Source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核心机制：AI 建议，用户决策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F1E8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原始笔记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5544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23744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F1E8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整理 Draft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96512" y="15544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7408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F1E8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7408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80176" y="15544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1072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945C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91072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 知识页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5544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4736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F1E8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74736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Link 关联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47504" y="15544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0" y="1554480"/>
            <a:ext cx="1572768" cy="640080"/>
          </a:xfrm>
          <a:prstGeom prst="roundRect">
            <a:avLst>
              <a:gd name="adj" fmla="val 50000"/>
            </a:avLst>
          </a:prstGeom>
          <a:solidFill>
            <a:srgbClr val="F1E8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图谱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11364"/>
            </a:avLst>
          </a:prstGeom>
          <a:solidFill>
            <a:srgbClr val="F1E8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6974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人机协同确认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2697480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只提议，写入前必确认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639312"/>
            <a:ext cx="10881360" cy="804672"/>
          </a:xfrm>
          <a:prstGeom prst="roundRect">
            <a:avLst>
              <a:gd name="adj" fmla="val 11364"/>
            </a:avLst>
          </a:prstGeom>
          <a:solidFill>
            <a:srgbClr val="F1E8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63931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可迁移、不锁定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639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数据可完整导出为 Markdown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581144"/>
            <a:ext cx="10881360" cy="804672"/>
          </a:xfrm>
          <a:prstGeom prst="roundRect">
            <a:avLst>
              <a:gd name="adj" fmla="val 11364"/>
            </a:avLst>
          </a:prstGeom>
          <a:solidFill>
            <a:srgbClr val="F1E8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58114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渐进式沉淀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581144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随时倾倒，系统慢慢聚拢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10881360" cy="804672"/>
          </a:xfrm>
          <a:prstGeom prst="roundRect">
            <a:avLst>
              <a:gd name="adj" fmla="val 11364"/>
            </a:avLst>
          </a:prstGeom>
          <a:solidFill>
            <a:srgbClr val="F1E8D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52297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AI 引擎（规划中）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5522976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云端大模型，后续可扩展本地模型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vs 规划中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1E8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新建 / 删除 / 修改原始笔记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62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AI 整理 Draft（不覆盖原文）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92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确认入库 Knowledge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22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关联建立与删除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453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Graph / 反链 API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1E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工作台 + 文件树 + 标签页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1E8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力导向知识图谱（UI）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862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[[ 双链 + 反链面板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392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错题回流 / 盲区地图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922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1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一键导出 Markdown 知识包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演示站：https://hilarious-kheer-89a440.netlify.app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E0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5623560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742432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5861304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5980176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099048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8" name="Shape 6"/>
          <p:cNvSpPr/>
          <p:nvPr/>
        </p:nvSpPr>
        <p:spPr>
          <a:xfrm>
            <a:off x="8805672" y="5623560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9" name="Shape 7"/>
          <p:cNvSpPr/>
          <p:nvPr/>
        </p:nvSpPr>
        <p:spPr>
          <a:xfrm>
            <a:off x="8805672" y="5742432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672" y="5861304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1" name="Shape 9"/>
          <p:cNvSpPr/>
          <p:nvPr/>
        </p:nvSpPr>
        <p:spPr>
          <a:xfrm>
            <a:off x="8805672" y="5980176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805672" y="6099048"/>
            <a:ext cx="2377440" cy="22860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71830" y="2743200"/>
            <a:ext cx="2606040" cy="1737360"/>
          </a:xfrm>
          <a:prstGeom prst="roundRect">
            <a:avLst>
              <a:gd name="adj" fmla="val 8421"/>
            </a:avLst>
          </a:prstGeom>
          <a:solidFill>
            <a:srgbClr val="945C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615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46150" y="3749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力导向图谱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2190" y="2743200"/>
            <a:ext cx="2606040" cy="1737360"/>
          </a:xfrm>
          <a:prstGeom prst="roundRect">
            <a:avLst>
              <a:gd name="adj" fmla="val 8421"/>
            </a:avLst>
          </a:prstGeom>
          <a:solidFill>
            <a:srgbClr val="945C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2651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626510" y="3749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反链面板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2550" y="2743200"/>
            <a:ext cx="2606040" cy="1737360"/>
          </a:xfrm>
          <a:prstGeom prst="roundRect">
            <a:avLst>
              <a:gd name="adj" fmla="val 8421"/>
            </a:avLst>
          </a:prstGeom>
          <a:solidFill>
            <a:srgbClr val="945C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687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506870" y="3749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错题回流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12910" y="2743200"/>
            <a:ext cx="2606040" cy="1737360"/>
          </a:xfrm>
          <a:prstGeom prst="roundRect">
            <a:avLst>
              <a:gd name="adj" fmla="val 8421"/>
            </a:avLst>
          </a:prstGeom>
          <a:solidFill>
            <a:srgbClr val="945C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8723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87230" y="3749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E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把零散笔记，长成你的知识和弦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ordnote Brass Manuscript">
  <a:themeElements>
    <a:clrScheme name="Chordnote Brass Manuscript">
      <a:dk1>
        <a:srgbClr val="271E0E"/>
      </a:dk1>
      <a:lt1>
        <a:srgbClr val="FBF6EE"/>
      </a:lt1>
      <a:dk2>
        <a:srgbClr val="615745"/>
      </a:dk2>
      <a:lt2>
        <a:srgbClr val="F1E8D9"/>
      </a:lt2>
      <a:accent1>
        <a:srgbClr val="945C00"/>
      </a:accent1>
      <a:accent2>
        <a:srgbClr val="AE7C00"/>
      </a:accent2>
      <a:accent3>
        <a:srgbClr val="D9D0BF"/>
      </a:accent3>
      <a:accent4>
        <a:srgbClr val="615745"/>
      </a:accent4>
      <a:accent5>
        <a:srgbClr val="271E0E"/>
      </a:accent5>
      <a:accent6>
        <a:srgbClr val="F1E8D9"/>
      </a:accent6>
      <a:hlink>
        <a:srgbClr val="945C00"/>
      </a:hlink>
      <a:folHlink>
        <a:srgbClr val="AE7C00"/>
      </a:folHlink>
    </a:clrScheme>
    <a:fontScheme name="Chordnote Brass Manuscrip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2026-10-15T15:39:17Z</dcterms:created>
  <dcterms:modified xsi:type="dcterms:W3CDTF">2026-10-15T15:39:17Z</dcterms:modified>
</cp:coreProperties>
</file>